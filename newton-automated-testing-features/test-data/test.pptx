
<file path=[Content_Types].xml><?xml version="1.0" encoding="utf-8"?>
<Types xmlns="http://schemas.openxmlformats.org/package/2006/content-types">
  <Default Extension="rels" ContentType="application/vnd.openxmlformats-package.relationships+xml"/>
  <Override PartName="/ppt/presentation.xml" ContentType="application/vnd.openxmlformats-officedocument.presentationml.presentation.main+xml"/>
</Types>
</file>

<file path=_rels/.rels><?xml version="1.0"?>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p="http://schemas.openxmlformats.org/presentationml/2006/main">
  <p:sldMasterIdLst/>
  <p:sldSz cx="9144000" cy="6858000"/>
  <p:notesSz cx="6858000" cy="9144000"/>
</p:presentation>
</file>